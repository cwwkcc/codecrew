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94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45706-F30D-4588-AA4D-0E3F61E56AA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F60FE-5658-44EB-BB3A-8A75A5D6F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0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F60FE-5658-44EB-BB3A-8A75A5D6FB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283583-6A67-F6C1-A6FB-2A19B513627C}"/>
              </a:ext>
            </a:extLst>
          </p:cNvPr>
          <p:cNvSpPr/>
          <p:nvPr/>
        </p:nvSpPr>
        <p:spPr>
          <a:xfrm>
            <a:off x="14630400" y="8763000"/>
            <a:ext cx="1498600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29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2C6D15-262A-EFF6-C291-C6AC192C8C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</Words>
  <Application>Microsoft Office PowerPoint</Application>
  <PresentationFormat>Custom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Dulina Chandul</cp:lastModifiedBy>
  <cp:revision>2</cp:revision>
  <dcterms:created xsi:type="dcterms:W3CDTF">2006-08-16T00:00:00Z</dcterms:created>
  <dcterms:modified xsi:type="dcterms:W3CDTF">2026-06-19T07:39:18Z</dcterms:modified>
</cp:coreProperties>
</file>